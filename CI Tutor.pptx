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144000" type="screen4x3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2328" y="-11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DEF6-2D05-4363-AC7F-5D12679CA48B}" type="datetimeFigureOut">
              <a:rPr lang="es-VE" smtClean="0"/>
              <a:t>13/07/2016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3FBB8-6438-4A6A-AC22-8CDC098D50F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98901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DEF6-2D05-4363-AC7F-5D12679CA48B}" type="datetimeFigureOut">
              <a:rPr lang="es-VE" smtClean="0"/>
              <a:t>13/07/2016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3FBB8-6438-4A6A-AC22-8CDC098D50F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568527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DEF6-2D05-4363-AC7F-5D12679CA48B}" type="datetimeFigureOut">
              <a:rPr lang="es-VE" smtClean="0"/>
              <a:t>13/07/2016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3FBB8-6438-4A6A-AC22-8CDC098D50F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43047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DEF6-2D05-4363-AC7F-5D12679CA48B}" type="datetimeFigureOut">
              <a:rPr lang="es-VE" smtClean="0"/>
              <a:t>13/07/2016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3FBB8-6438-4A6A-AC22-8CDC098D50F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60329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DEF6-2D05-4363-AC7F-5D12679CA48B}" type="datetimeFigureOut">
              <a:rPr lang="es-VE" smtClean="0"/>
              <a:t>13/07/2016</a:t>
            </a:fld>
            <a:endParaRPr lang="es-V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3FBB8-6438-4A6A-AC22-8CDC098D50F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172678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DEF6-2D05-4363-AC7F-5D12679CA48B}" type="datetimeFigureOut">
              <a:rPr lang="es-VE" smtClean="0"/>
              <a:t>13/07/2016</a:t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3FBB8-6438-4A6A-AC22-8CDC098D50F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3521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DEF6-2D05-4363-AC7F-5D12679CA48B}" type="datetimeFigureOut">
              <a:rPr lang="es-VE" smtClean="0"/>
              <a:t>13/07/2016</a:t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3FBB8-6438-4A6A-AC22-8CDC098D50F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3757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DEF6-2D05-4363-AC7F-5D12679CA48B}" type="datetimeFigureOut">
              <a:rPr lang="es-VE" smtClean="0"/>
              <a:t>13/07/2016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3FBB8-6438-4A6A-AC22-8CDC098D50F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82154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DEF6-2D05-4363-AC7F-5D12679CA48B}" type="datetimeFigureOut">
              <a:rPr lang="es-VE" smtClean="0"/>
              <a:t>13/07/2016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3FBB8-6438-4A6A-AC22-8CDC098D50F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8385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DEF6-2D05-4363-AC7F-5D12679CA48B}" type="datetimeFigureOut">
              <a:rPr lang="es-VE" smtClean="0"/>
              <a:t>13/07/2016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3FBB8-6438-4A6A-AC22-8CDC098D50F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87522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ADEF6-2D05-4363-AC7F-5D12679CA48B}" type="datetimeFigureOut">
              <a:rPr lang="es-VE" smtClean="0"/>
              <a:t>13/07/2016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3FBB8-6438-4A6A-AC22-8CDC098D50F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929471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ADEF6-2D05-4363-AC7F-5D12679CA48B}" type="datetimeFigureOut">
              <a:rPr lang="es-VE" smtClean="0"/>
              <a:t>13/07/2016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3FBB8-6438-4A6A-AC22-8CDC098D50FF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00123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21417">
            <a:off x="1196752" y="1065803"/>
            <a:ext cx="4800600" cy="352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8732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Dubhe</dc:creator>
  <cp:lastModifiedBy>Dubhe</cp:lastModifiedBy>
  <cp:revision>1</cp:revision>
  <dcterms:created xsi:type="dcterms:W3CDTF">2016-07-13T15:30:50Z</dcterms:created>
  <dcterms:modified xsi:type="dcterms:W3CDTF">2016-07-13T15:31:32Z</dcterms:modified>
</cp:coreProperties>
</file>